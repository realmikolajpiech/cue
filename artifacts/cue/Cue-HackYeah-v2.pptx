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564195c8244333" /><Relationship Type="http://schemas.openxmlformats.org/officeDocument/2006/relationships/extended-properties" Target="/docProps/app.xml" Id="Rc6e1621324104371" /><Relationship Type="http://schemas.openxmlformats.org/officeDocument/2006/relationships/officeDocument" Target="/ppt/presentation.xml" Id="Rcc31ea33242340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549380e59846c9"/>
  </p:sldMasterIdLst>
  <p:notesMasterIdLst>
    <p:notesMasterId xmlns:r="http://schemas.openxmlformats.org/officeDocument/2006/relationships" r:id="R617b65c66bab4f39"/>
  </p:notesMasterIdLst>
  <p:sldIdLst>
    <p:sldId xmlns:r="http://schemas.openxmlformats.org/officeDocument/2006/relationships" id="256" r:id="R56622c08612e4a45"/>
    <p:sldId xmlns:r="http://schemas.openxmlformats.org/officeDocument/2006/relationships" id="257" r:id="R6505d92ac75f41a1"/>
    <p:sldId xmlns:r="http://schemas.openxmlformats.org/officeDocument/2006/relationships" id="258" r:id="R4c8cfa73d84640f9"/>
    <p:sldId xmlns:r="http://schemas.openxmlformats.org/officeDocument/2006/relationships" id="259" r:id="R42ccf1b3e126412e"/>
    <p:sldId xmlns:r="http://schemas.openxmlformats.org/officeDocument/2006/relationships" id="260" r:id="R37c1c728be1d44e2"/>
    <p:sldId xmlns:r="http://schemas.openxmlformats.org/officeDocument/2006/relationships" id="261" r:id="R04bad5f948e6414c"/>
    <p:sldId xmlns:r="http://schemas.openxmlformats.org/officeDocument/2006/relationships" id="262" r:id="R257ad300ab08495b"/>
    <p:sldId xmlns:r="http://schemas.openxmlformats.org/officeDocument/2006/relationships" id="263" r:id="R09b4d006b06d4195"/>
    <p:sldId xmlns:r="http://schemas.openxmlformats.org/officeDocument/2006/relationships" id="264" r:id="Rf2906c9ace4b41af"/>
    <p:sldId xmlns:r="http://schemas.openxmlformats.org/officeDocument/2006/relationships" id="265" r:id="Rffe44088e35a44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dd1f0645af43fe" /><Relationship Type="http://schemas.openxmlformats.org/officeDocument/2006/relationships/slideMaster" Target="/ppt/slideMasters/slideMaster1.xml" Id="R93549380e59846c9" /><Relationship Type="http://schemas.openxmlformats.org/officeDocument/2006/relationships/notesMaster" Target="/ppt/notesMasters/notesMaster1.xml" Id="R617b65c66bab4f39" /><Relationship Type="http://schemas.openxmlformats.org/officeDocument/2006/relationships/presProps" Target="/ppt/presProps.xml" Id="R693bf2a2b783435a" /><Relationship Type="http://schemas.openxmlformats.org/officeDocument/2006/relationships/tableStyles" Target="/ppt/tableStyles.xml" Id="R0ddb8c44b2504aa9" /><Relationship Type="http://schemas.openxmlformats.org/officeDocument/2006/relationships/slide" Target="/ppt/slides/slide1.xml" Id="R56622c08612e4a45" /><Relationship Type="http://schemas.openxmlformats.org/officeDocument/2006/relationships/slide" Target="/ppt/slides/slide2.xml" Id="R6505d92ac75f41a1" /><Relationship Type="http://schemas.openxmlformats.org/officeDocument/2006/relationships/slide" Target="/ppt/slides/slide3.xml" Id="R4c8cfa73d84640f9" /><Relationship Type="http://schemas.openxmlformats.org/officeDocument/2006/relationships/slide" Target="/ppt/slides/slide4.xml" Id="R42ccf1b3e126412e" /><Relationship Type="http://schemas.openxmlformats.org/officeDocument/2006/relationships/slide" Target="/ppt/slides/slide5.xml" Id="R37c1c728be1d44e2" /><Relationship Type="http://schemas.openxmlformats.org/officeDocument/2006/relationships/slide" Target="/ppt/slides/slide6.xml" Id="R04bad5f948e6414c" /><Relationship Type="http://schemas.openxmlformats.org/officeDocument/2006/relationships/slide" Target="/ppt/slides/slide7.xml" Id="R257ad300ab08495b" /><Relationship Type="http://schemas.openxmlformats.org/officeDocument/2006/relationships/slide" Target="/ppt/slides/slide8.xml" Id="R09b4d006b06d4195" /><Relationship Type="http://schemas.openxmlformats.org/officeDocument/2006/relationships/slide" Target="/ppt/slides/slide9.xml" Id="Rf2906c9ace4b41af" /><Relationship Type="http://schemas.openxmlformats.org/officeDocument/2006/relationships/slide" Target="/ppt/slides/slide10.xml" Id="Rffe44088e35a44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04adc14cd748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5ada3e9c374c09" /><Relationship Type="http://schemas.openxmlformats.org/officeDocument/2006/relationships/notesMaster" Target="/ppt/notesMasters/notesMaster1.xml" Id="Rf073d4d64cbd4b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c4eb778b5c4c04" /><Relationship Type="http://schemas.openxmlformats.org/officeDocument/2006/relationships/notesMaster" Target="/ppt/notesMasters/notesMaster1.xml" Id="R72963ef13a6c40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7357ede1b547dd" /><Relationship Type="http://schemas.openxmlformats.org/officeDocument/2006/relationships/notesMaster" Target="/ppt/notesMasters/notesMaster1.xml" Id="R7acdd245b9524e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5272beccb84062" /><Relationship Type="http://schemas.openxmlformats.org/officeDocument/2006/relationships/notesMaster" Target="/ppt/notesMasters/notesMaster1.xml" Id="R81da0fcb2b8d4f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14bb2c23884d50" /><Relationship Type="http://schemas.openxmlformats.org/officeDocument/2006/relationships/notesMaster" Target="/ppt/notesMasters/notesMaster1.xml" Id="R3b749f9392c845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7d6b6cb0fc4d4d" /><Relationship Type="http://schemas.openxmlformats.org/officeDocument/2006/relationships/notesMaster" Target="/ppt/notesMasters/notesMaster1.xml" Id="R350a41fcc03d4f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9a0f78d46b4a3a" /><Relationship Type="http://schemas.openxmlformats.org/officeDocument/2006/relationships/notesMaster" Target="/ppt/notesMasters/notesMaster1.xml" Id="Rda4cddbbdc4942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a63acd8b8b451f" /><Relationship Type="http://schemas.openxmlformats.org/officeDocument/2006/relationships/notesMaster" Target="/ppt/notesMasters/notesMaster1.xml" Id="Raf05d248745848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345347b7974126" /><Relationship Type="http://schemas.openxmlformats.org/officeDocument/2006/relationships/notesMaster" Target="/ppt/notesMasters/notesMaster1.xml" Id="R46659874d08945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cdc6ee0c794459" /><Relationship Type="http://schemas.openxmlformats.org/officeDocument/2006/relationships/notesMaster" Target="/ppt/notesMasters/notesMaster1.xml" Id="R4d28073fae8f48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Źródła: docs/PRODUCT.md; deklaracja zespołu z rozmowy. Grafika: istniejące assets/mascots/cue-write.png, zasób Cue wspomagany 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Potrzeba i grupa użytkowników są hipotezą produktową, nie wynikiem badania. Nie twierdzimy, że każdy konkurent nie ma pamięci.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Implementacja Android: SubtextRuntime.kt, SubtextKeyboard.kt, WritingTone.kt. Integracje nieoficjalne.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Scenariusz syntetyczny CueDemo.kt. Docelowy wynik wymaga rzeczywistej analizy; tabela ilustruje oczekiwany przebieg, nie stanowi raportu skuteczności.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Źródła: MemoryEvidence.kt, ConversationReminders.tsx, EvidenceSources.tsx. Cytaty przechowywane lokalnie, do 8 źródeł na wpis.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Źródło rzeczywistych odpowiedzi: benchmarks/cue/report.json, personal-voice (memory oraz no-memory). Jeden przykład, bez oceny reprezentatywności.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Źródła: docs/ARCHITECTURE.md, kod Kotlin, supabase/functions/deepseek-analyze.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Źródła: benchmarks/cue/report.json oraz review.json. 4 października 2026. Seria przed lokalnym doprecyzowaniem promptu. Zestaw regresyjny, nie held-out 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Źródła: docs/ARCHITECTURE.md, docs/RESOURCES.md. Brak badania reprezentatywnego. Stan Androida weryfikowany osobno od 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Deklaracja użytkownika: Mikołaj Piech i Marcel Chudyba, projekt powstał od zera podczas hackathonu. Zewnętrzne komponenty ujawnione w docs/RESOURCES.md i notices repo.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7fbee025044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b2b754d8184817" /><Relationship Type="http://schemas.openxmlformats.org/officeDocument/2006/relationships/slideLayout" Target="/ppt/slideLayouts/slideLayout1.xml" Id="R8eea8cd6ad1843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ea8cd6ad1843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ffad82b8e49d5" /><Relationship Type="http://schemas.openxmlformats.org/officeDocument/2006/relationships/image" Target="/ppt/media/image.png" Id="R7b63c755057e4505" /><Relationship Type="http://schemas.openxmlformats.org/officeDocument/2006/relationships/notesSlide" Target="/ppt/notesSlides/notesSlide1.xml" Id="Rda40c311265e4d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1750f73f64f8d" /><Relationship Type="http://schemas.openxmlformats.org/officeDocument/2006/relationships/notesSlide" Target="/ppt/notesSlides/notesSlide2.xml" Id="R1976abbc56a74e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2c749d2d24787" /><Relationship Type="http://schemas.openxmlformats.org/officeDocument/2006/relationships/notesSlide" Target="/ppt/notesSlides/notesSlide3.xml" Id="Rf7ff539f2ba846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736a68f534b72" /><Relationship Type="http://schemas.openxmlformats.org/officeDocument/2006/relationships/notesSlide" Target="/ppt/notesSlides/notesSlide4.xml" Id="Rc6a19a71a9c645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d0885ebc04d67" /><Relationship Type="http://schemas.openxmlformats.org/officeDocument/2006/relationships/image" Target="/ppt/media/image2.png" Id="R3c48507063f841d1" /><Relationship Type="http://schemas.openxmlformats.org/officeDocument/2006/relationships/notesSlide" Target="/ppt/notesSlides/notesSlide5.xml" Id="R1d2804ec435f47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6bfa5226f483c" /><Relationship Type="http://schemas.openxmlformats.org/officeDocument/2006/relationships/notesSlide" Target="/ppt/notesSlides/notesSlide6.xml" Id="R543ee615a8514e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fee2a0bdb4517" /><Relationship Type="http://schemas.openxmlformats.org/officeDocument/2006/relationships/notesSlide" Target="/ppt/notesSlides/notesSlide7.xml" Id="R85915eeffbc74c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c02a26d264666" /><Relationship Type="http://schemas.openxmlformats.org/officeDocument/2006/relationships/notesSlide" Target="/ppt/notesSlides/notesSlide8.xml" Id="R64d2ab26baf849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74870fd9a4a7e" /><Relationship Type="http://schemas.openxmlformats.org/officeDocument/2006/relationships/notesSlide" Target="/ppt/notesSlides/notesSlide9.xml" Id="R32cc59bf521a4a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11c00fb8f497a" /><Relationship Type="http://schemas.openxmlformats.org/officeDocument/2006/relationships/notesSlide" Target="/ppt/notesSlides/notesSlide10.xml" Id="R37d541436f0f49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5D591-9258-4F01-9B67-75AA3AAB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Cue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FDB8C-A552-406E-8388-810BE368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Nie wiesz, co odpisać?</a:t>
            </a:r>
          </a:p>
          <a:p xmlns:a="http://schemas.openxmlformats.org/drawingml/2006/main">
            <a:pPr>
              <a:buNone/>
              <a:defRPr sz="40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Cue podpowie.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6C0C8-233D-469E-B11B-3304F6B0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rPr>
              <a:t>Klawiatura AI, która łączy kontekst rozmowy,</a:t>
            </a:r>
          </a:p>
          <a:p xmlns:a="http://schemas.openxmlformats.org/drawingml/2006/main">
            <a:pPr>
              <a:buNone/>
              <a:defRPr sz="210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rPr>
              <a:t>to, co chcesz powiedzieć, i Twój styl pisania.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1EF8C-69DE-47DC-B606-BDCB5C27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rPr>
              <a:t>Undefined · Mikołaj Piech · Marcel Chudyba</a:t>
            </a:r>
          </a:p>
          <a:p xmlns:a="http://schemas.openxmlformats.org/drawingml/2006/main">
            <a:pPr>
              <a:buNone/>
              <a:defRPr sz="165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rPr>
              <a:t>HackYeah 2026 · Artificial Intelligence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3c755057e4505"/>
          <a:stretch xmlns:a="http://schemas.openxmlformats.org/drawingml/2006/main"/>
        </p:blipFill>
        <p:spPr>
          <a:xfrm xmlns:a="http://schemas.openxmlformats.org/drawingml/2006/main">
            <a:off x="8382000" y="1762125"/>
            <a:ext cx="28575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21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CA81A-BD6E-4ADC-84CD-A8AC8128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Kiedy trudno znaleźć odpowiedź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B96A4-4DBA-4EB6-B399-89DA82DC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rPr>
              <a:t>Co odpisać?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FA5A5-52E8-4383-9B4F-DD8813A6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5095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Wsparcie. Nieporozumienie. Flirt.</a:t>
            </a:r>
          </a:p>
          <a:p xmlns:a="http://schemas.openxmlformats.org/drawingml/2006/main">
            <a:pPr>
              <a:buNone/>
              <a:def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Chcemy zabrzmieć naturalnie i uważnie.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29C23-68F1-4984-83B6-57DD18A1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rPr>
              <a:t>Co już ustaliliśmy?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F86D3-10EF-4429-B194-803A29AE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Ważne szczegóły giną w historii.</a:t>
            </a:r>
          </a:p>
          <a:p xmlns:a="http://schemas.openxmlformats.org/drawingml/2006/main">
            <a:pPr>
              <a:buNone/>
              <a:def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Ponowne tłumaczenie kontekstu osobnemu AI wymaga pracy.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F7964-CE4B-49A8-9B43-6327420C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Potrzeba: połączyć kontekst rozmowy, własną intencję i własny głos.</a:t>
            </a:r>
          </a:p>
        </p:txBody>
      </p:sp>
    </p:spTree>
    <p:extLst>
      <p:ext uri="{BB962C8B-B14F-4D97-AF65-F5344CB8AC3E}">
        <p14:creationId xmlns:p14="http://schemas.microsoft.com/office/powerpoint/2010/main" val="1996618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A7DAF-37B9-4537-96DA-993A01A0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Cue w miejscu, w którym piszesz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F054B-BFD4-4971-94CE-9EF1D033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55773-F721-4624-979C-0EE237D5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Połącz rozmowę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15B52-09E8-4208-9A4F-8E8A495D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Messenger lub WhatsApp.</a:t>
            </a:r>
          </a:p>
          <a:p xmlns:a="http://schemas.openxmlformats.org/drawingml/2006/main">
            <a:pPr>
              <a:buNone/>
              <a:def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Dostępna historia prywatnego czatu.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9A044-351A-4315-9AB7-5169C0B4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36805-C8FD-46B0-89D2-55807B98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051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Określ intencję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38D3D-B1B4-4DAE-AA5E-964CA241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48125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Wybierz osobę i ton.</a:t>
            </a:r>
          </a:p>
          <a:p xmlns:a="http://schemas.openxmlformats.org/drawingml/2006/main">
            <a:pPr>
              <a:buNone/>
              <a:def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Napisz, co chcesz wyrazić.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7E0D0-2365-4A8C-9659-C0FF5330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6212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0E499-9311-4D50-8DE0-88456806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051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Wybierz słowa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032D4-5AB6-4839-A984-4E7D9728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48125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Sprawdź propozycję.</a:t>
            </a:r>
          </a:p>
          <a:p xmlns:a="http://schemas.openxmlformats.org/drawingml/2006/main">
            <a:pPr>
              <a:buNone/>
              <a:def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Edytuj i wyślij samodzielnie.</a:t>
            </a:r>
          </a:p>
        </p:txBody>
      </p:sp>
    </p:spTree>
    <p:extLst>
      <p:ext uri="{BB962C8B-B14F-4D97-AF65-F5344CB8AC3E}">
        <p14:creationId xmlns:p14="http://schemas.microsoft.com/office/powerpoint/2010/main" val="18236052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CBCEA-986C-46AB-A177-BF2DD86C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Pamięć zmienia się razem z rozmową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49D23-5282-4AF8-B150-173052C6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rPr>
              <a:t>Przykład demonstracyjny: zwrot za wspólny bilet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39115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Nowa wiadomość</a:t>
                      </a:r>
                    </a:p>
                  </a:txBody>
                  <a:tcPr marL="91440" marR="91440" marT="45720" marB="45720">
                    <a:solidFill>
                      <a:srgbClr val="4869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Oczekiwana zmiana pamięci</a:t>
                      </a:r>
                    </a:p>
                  </a:txBody>
                  <a:tcPr marL="91440" marR="91440" marT="45720" marB="45720">
                    <a:solidFill>
                      <a:srgbClr val="4869B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4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„Oddam 50 zł jutro”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4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Otwarte zobowiązanie: 50 zł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4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„Jednak pojutrze”</a:t>
                      </a:r>
                    </a:p>
                  </a:txBody>
                  <a:tcPr marL="91440" marR="91440" marT="45720" marB="45720"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4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Nowy termin tego samego wpisu</a:t>
                      </a:r>
                    </a:p>
                  </a:txBody>
                  <a:tcPr marL="91440" marR="91440" marT="45720" marB="45720">
                    <a:solidFill>
                      <a:srgbClr val="E9EDF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4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„Przelałam 20 z 50 zł” + potwierdzenie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4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Pozostaje 30 zł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4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„Wysłałam resztę” + potwierdzenie</a:t>
                      </a:r>
                    </a:p>
                  </a:txBody>
                  <a:tcPr marL="91440" marR="91440" marT="45720" marB="45720"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B4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Sprawa zakończona</a:t>
                      </a:r>
                    </a:p>
                  </a:txBody>
                  <a:tcPr marL="91440" marR="91440" marT="45720" marB="45720">
                    <a:solidFill>
                      <a:srgbClr val="E9ED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5D2EF-8F23-4A5C-BF23-8DA9CE6B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rPr>
              <a:t>Fikcyjna rozmowa, prawdziwy model. Każdy krok można sprawdzić.</a:t>
            </a:r>
          </a:p>
        </p:txBody>
      </p:sp>
    </p:spTree>
    <p:extLst>
      <p:ext uri="{BB962C8B-B14F-4D97-AF65-F5344CB8AC3E}">
        <p14:creationId xmlns:p14="http://schemas.microsoft.com/office/powerpoint/2010/main" val="12391811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1F70C-AD6D-4B50-919B-FEAB916C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Źródło i decyzja pozostają przy użytkowniku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B962E-D771-4413-A51C-3532D019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rPr>
              <a:t>Sprawdź wiadomość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7009A-408B-421D-A116-509394B3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38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Cytat, autor i data przy zapisanym ustaleniu.</a:t>
            </a:r>
          </a:p>
          <a:p xmlns:a="http://schemas.openxmlformats.org/drawingml/2006/main">
            <a:pPr>
              <a:buNone/>
              <a:def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Źródło pozwala ocenić interpretację 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E07C5-C7F2-42E9-A459-0E902991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rPr>
              <a:t>Popraw lub usuń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FBD9E-4514-4EFF-AEC5-DBA13E8D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628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Ręczna korekta, zamknięcie sprawy</a:t>
            </a:r>
          </a:p>
          <a:p xmlns:a="http://schemas.openxmlformats.org/drawingml/2006/main">
            <a:pPr>
              <a:buNone/>
              <a:def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i wykluczenie czatu z analizy.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8507063f841d1"/>
          <a:stretch xmlns:a="http://schemas.openxmlformats.org/drawingml/2006/main"/>
        </p:blipFill>
        <p:spPr>
          <a:xfrm xmlns:a="http://schemas.openxmlformats.org/drawingml/2006/main">
            <a:off x="8143875" y="2143125"/>
            <a:ext cx="2952750" cy="2952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099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79AE2-CDFA-4811-9632-8356D866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Twój styl i to, co chcesz powiedzieć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928C0-8DD4-47A5-BC1F-BF3E5CEB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rPr>
              <a:t>Intencja: chcę się spotkać i zapytać o godzinę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6033E-7552-4D9F-8D69-D4A96AD1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rPr>
              <a:t>Bez próbek stylu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4391D-C158-4EE1-9CFD-DC7FDF55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„Jasne, chętnie się spotkam.</a:t>
            </a:r>
          </a:p>
          <a:p xmlns:a="http://schemas.openxmlformats.org/drawingml/2006/main">
            <a:pPr>
              <a:buNone/>
              <a:defRPr sz="28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O której Ci pasuje?”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8C421-BD43-4BF6-BC95-64728995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670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rPr>
              <a:t>Z pamięcią stylu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9E24F-232A-44B2-A58C-67AA5815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71875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„no pewnie, a o której?”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5DFF1-9F03-437B-8BEE-BCD95079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rPr>
              <a:t>Przykład rzeczywistej inferencji na fikcyjnych danych. Czasem najlepszą opcją jest nie odpisywać.</a:t>
            </a:r>
          </a:p>
        </p:txBody>
      </p:sp>
    </p:spTree>
    <p:extLst>
      <p:ext uri="{BB962C8B-B14F-4D97-AF65-F5344CB8AC3E}">
        <p14:creationId xmlns:p14="http://schemas.microsoft.com/office/powerpoint/2010/main" val="213669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E948B-C40F-4384-8287-3DDCFBDF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Jak współpracują komponenty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7D285-3D4A-4A0B-A274-5589F1B8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rPr>
              <a:t>Telefon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4D8B8-D882-49D2-B4FF-435C5ACF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Mosty Messenger / WhatsApp</a:t>
            </a:r>
          </a:p>
          <a:p xmlns:a="http://schemas.openxmlformats.org/drawingml/2006/main">
            <a:pPr>
              <a:buNone/>
              <a:def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  <a:p xmlns:a="http://schemas.openxmlformats.org/drawingml/2006/main">
            <a:pPr>
              <a:buNone/>
              <a:def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Lokalna historia, pamięć i cechy stylu</a:t>
            </a:r>
          </a:p>
          <a:p xmlns:a="http://schemas.openxmlformats.org/drawingml/2006/main">
            <a:pPr>
              <a:buNone/>
              <a:def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  <a:p xmlns:a="http://schemas.openxmlformats.org/drawingml/2006/main">
            <a:pPr>
              <a:buNone/>
              <a:def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Wybrany kontekst + intencja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8AABB-E03E-43C9-82B3-50C55848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rPr>
              <a:t>Analiza w chmurze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DBEC6-F4F6-4D71-A5CC-D7DB2634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19375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Supabase: sesja, limity, klucz po stronie serwera</a:t>
            </a:r>
          </a:p>
          <a:p xmlns:a="http://schemas.openxmlformats.org/drawingml/2006/main">
            <a:pPr>
              <a:buNone/>
              <a:def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  <a:p xmlns:a="http://schemas.openxmlformats.org/drawingml/2006/main">
            <a:pPr>
              <a:buNone/>
              <a:def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DeepSeek: propozycje zmian i odpowiedzi</a:t>
            </a:r>
          </a:p>
          <a:p xmlns:a="http://schemas.openxmlformats.org/drawingml/2006/main">
            <a:pPr>
              <a:buNone/>
              <a:def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  <a:p xmlns:a="http://schemas.openxmlformats.org/drawingml/2006/main">
            <a:pPr>
              <a:buNone/>
              <a:def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Walidacja na telefonie → klawiatura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B9E60-1BF3-4C77-A20A-6FE7A0D5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rPr>
              <a:t>AI interpretuje treść. Kod pilnuje formatu, źródeł i zapisu. Użytkownik sprawdza znaczenie.</a:t>
            </a:r>
          </a:p>
        </p:txBody>
      </p:sp>
    </p:spTree>
    <p:extLst>
      <p:ext uri="{BB962C8B-B14F-4D97-AF65-F5344CB8AC3E}">
        <p14:creationId xmlns:p14="http://schemas.microsoft.com/office/powerpoint/2010/main" val="6889753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71B1D-B3EB-45D5-835D-12951852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Co zmierzyliśmy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53E3F-36E7-4EB1-ABD5-F58F0E0F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00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CD823-6E07-4262-97B4-ADF8B491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syntetyczne przypadki Cue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B0469-1A8C-4788-9B76-1DF1FFC2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145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rPr>
              <a:t>23 / 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D6EF1-FD3C-48BB-B66B-BC8F39BA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52750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udane wywołania z poprawnym podstawowym 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EB95C-33B8-4FCF-996D-4053A1D3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145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4869B3"/>
                </a:solidFill>
                <a:latin typeface="Helvetica Neue"/>
                <a:ea typeface="Helvetica Neue"/>
                <a:cs typeface="Helvetica Neue"/>
              </a:rPr>
              <a:t>2,57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5A364-18FE-4B16-B51F-7EFAE3CA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52750"/>
            <a:ext cx="276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p50 udanych żądań do endpointu; p95: 3,69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6E2D8-E7A7-445A-88E5-CB248670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Wykryte błędy: dopowiedziane fakty, kierunek spornego długu, jeden HTTP 502.</a:t>
            </a:r>
          </a:p>
          <a:p xmlns:a="http://schemas.openxmlformats.org/drawingml/2006/main">
            <a:pPr>
              <a:buNone/>
              <a:defRPr sz="210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Poprawny format i ID źródła nie oznaczają poprawnej odpowiedzi.</a:t>
            </a:r>
          </a:p>
        </p:txBody>
      </p:sp>
    </p:spTree>
    <p:extLst>
      <p:ext uri="{BB962C8B-B14F-4D97-AF65-F5344CB8AC3E}">
        <p14:creationId xmlns:p14="http://schemas.microsoft.com/office/powerpoint/2010/main" val="5369103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60684-F606-42B4-B71F-165063E0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Granice prototypu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185C8-1538-4F91-8BF4-94BAE73D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572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AI wymaga internetu i może się mylić.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40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Do analizy trafia do 80 wiadomości, szkic i pamięć; przy odpowiedzi także do 3 zdjęć.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40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Pamięć aktualizuje się automatycznie po zgodzie. Sugestie są na żądanie.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40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Nieoficjalne integracje i dostępna historia zależą od usługi i sesji.</a:t>
            </a:r>
          </a:p>
        </p:txBody>
      </p:sp>
    </p:spTree>
    <p:extLst>
      <p:ext uri="{BB962C8B-B14F-4D97-AF65-F5344CB8AC3E}">
        <p14:creationId xmlns:p14="http://schemas.microsoft.com/office/powerpoint/2010/main" val="5895716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126F6-E2C5-484E-B002-206345CB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10896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Undefined · Cue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96DC7-53A4-4E96-A68C-D7864B2D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Mikołaj Piech · 18 lat</a:t>
            </a:r>
          </a:p>
          <a:p xmlns:a="http://schemas.openxmlformats.org/drawingml/2006/main">
            <a:pPr>
              <a:buNone/>
              <a:defRPr sz="330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Marcel Chudyba · 18 lat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E98BB-258C-4640-9DC1-9F365B3C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38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Projekt stworzony podczas HackYeah</a:t>
            </a:r>
          </a:p>
          <a:p xmlns:a="http://schemas.openxmlformats.org/drawingml/2006/main">
            <a:pPr>
              <a:buNone/>
              <a:def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2B45"/>
                </a:solidFill>
                <a:latin typeface="Helvetica Neue"/>
                <a:ea typeface="Helvetica Neue"/>
                <a:cs typeface="Helvetica Neue"/>
              </a:rPr>
              <a:t>z wykorzystaniem istniejących narzędzi i komponentów.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017F7-3886-46CE-A627-83539094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rPr>
              <a:t>Expo / React Native · Supabase · DeepSeek</a:t>
            </a:r>
          </a:p>
          <a:p xmlns:a="http://schemas.openxmlformats.org/drawingml/2006/main">
            <a:pPr>
              <a:buNone/>
              <a:defRPr sz="180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rPr>
              <a:t>Arie / MirrorMsg / mautrix-meta / whatsmeow · HeliBoard</a:t>
            </a:r>
          </a:p>
          <a:p xmlns:a="http://schemas.openxmlformats.org/drawingml/2006/main">
            <a:pPr>
              <a:buNone/>
              <a:defRPr sz="180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47B"/>
                </a:solidFill>
                <a:latin typeface="Helvetica Neue"/>
                <a:ea typeface="Helvetica Neue"/>
                <a:cs typeface="Helvetica Neue"/>
              </a:rPr>
              <a:t>Znaczące wsparcie Codex: implementacja, testy i materiały</a:t>
            </a:r>
          </a:p>
        </p:txBody>
      </p:sp>
    </p:spTree>
    <p:extLst>
      <p:ext uri="{BB962C8B-B14F-4D97-AF65-F5344CB8AC3E}">
        <p14:creationId xmlns:p14="http://schemas.microsoft.com/office/powerpoint/2010/main" val="1492955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2026-10-04T00:21:29.5780000Z</dcterms:created>
  <dcterms:modified xsi:type="dcterms:W3CDTF">2026-10-04T00:21:29.5780000Z</dcterms:modified>
</coreProperties>
</file>